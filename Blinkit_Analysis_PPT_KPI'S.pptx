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1463040"/>
            <a:ext cx="4572000" cy="4572000"/>
          </a:xfrm>
          <a:prstGeom prst="ellipse">
            <a:avLst/>
          </a:prstGeom>
          <a:solidFill>
            <a:srgbClr val="F8CB2E"/>
          </a:solidFill>
          <a:ln/>
        </p:spPr>
      </p:sp>
      <p:sp>
        <p:nvSpPr>
          <p:cNvPr id="3" name="Shape 1"/>
          <p:cNvSpPr/>
          <p:nvPr/>
        </p:nvSpPr>
        <p:spPr>
          <a:xfrm>
            <a:off x="10177272" y="3291840"/>
            <a:ext cx="2011680" cy="2011680"/>
          </a:xfrm>
          <a:prstGeom prst="ellipse">
            <a:avLst/>
          </a:prstGeom>
          <a:solidFill>
            <a:srgbClr val="2B2B2B"/>
          </a:solidFill>
          <a:ln w="19050">
            <a:solidFill>
              <a:srgbClr val="F8CB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965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C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Analysis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· Customer Satisfaction · Inventory Distribution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114800"/>
            <a:ext cx="502920" cy="54864"/>
          </a:xfrm>
          <a:prstGeom prst="rect">
            <a:avLst/>
          </a:prstGeom>
          <a:solidFill>
            <a:srgbClr val="F8CB2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Baliyan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91672" y="-914400"/>
            <a:ext cx="2194560" cy="2194560"/>
          </a:xfrm>
          <a:prstGeom prst="ellipse">
            <a:avLst/>
          </a:prstGeom>
          <a:solidFill>
            <a:srgbClr val="F8CB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Requirement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27632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Requirements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63624" y="3840480"/>
            <a:ext cx="731520" cy="731520"/>
          </a:xfrm>
          <a:prstGeom prst="ellipse">
            <a:avLst/>
          </a:prstGeom>
          <a:solidFill>
            <a:srgbClr val="F8CB2E"/>
          </a:solidFill>
          <a:ln/>
        </p:spPr>
      </p:sp>
      <p:pic>
        <p:nvPicPr>
          <p:cNvPr id="10" name="Image 0" descr="icon_totals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216" y="4005072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470916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507492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revenue generated from all items sold.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47288" y="356616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70832" y="3840480"/>
            <a:ext cx="731520" cy="731520"/>
          </a:xfrm>
          <a:prstGeom prst="ellipse">
            <a:avLst/>
          </a:prstGeom>
          <a:solidFill>
            <a:srgbClr val="F8CB2E"/>
          </a:solidFill>
          <a:ln/>
        </p:spPr>
      </p:sp>
      <p:pic>
        <p:nvPicPr>
          <p:cNvPr id="15" name="Image 1" descr="icon_avgsa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400507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84448" y="470916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Sales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630168" y="507492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revenue per sale.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54496" y="356616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78040" y="3840480"/>
            <a:ext cx="731520" cy="731520"/>
          </a:xfrm>
          <a:prstGeom prst="ellipse">
            <a:avLst/>
          </a:prstGeom>
          <a:solidFill>
            <a:srgbClr val="F8CB2E"/>
          </a:solidFill>
          <a:ln/>
        </p:spPr>
      </p:sp>
      <p:pic>
        <p:nvPicPr>
          <p:cNvPr id="20" name="Image 2" descr="icon_item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2" y="400507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91656" y="470916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Items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37376" y="507492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count of different items sold.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061704" y="356616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985248" y="3840480"/>
            <a:ext cx="731520" cy="731520"/>
          </a:xfrm>
          <a:prstGeom prst="ellipse">
            <a:avLst/>
          </a:prstGeom>
          <a:solidFill>
            <a:srgbClr val="F8CB2E"/>
          </a:solidFill>
          <a:ln/>
        </p:spPr>
      </p:sp>
      <p:pic>
        <p:nvPicPr>
          <p:cNvPr id="25" name="Image 3" descr="icon_rat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400507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98864" y="470916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Rating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244584" y="507492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customer rating for items sold.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Analysis  |  Aman Baliyan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91672" y="-914400"/>
            <a:ext cx="2194560" cy="2194560"/>
          </a:xfrm>
          <a:prstGeom prst="ellipse">
            <a:avLst/>
          </a:prstGeom>
          <a:solidFill>
            <a:srgbClr val="F8CB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 breakdown for the Power BI dashboard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19656"/>
            <a:ext cx="731520" cy="73152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7" name="Image 0" descr="icon_fat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020824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7099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C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514600" y="1709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 by Fat Content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514600" y="2075688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impact of fat content on total sales, and assess how Average Sales, Number of Items and Average Rating vary with it.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898648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914400" y="3118104"/>
            <a:ext cx="731520" cy="73152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13" name="Image 1" descr="icon_item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331927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83080" y="300837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C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2514600" y="30083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 by Item Type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514600" y="3374136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performance of different item types in terms of total sales and related KPI metrics.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4197096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/>
        </p:spPr>
      </p:sp>
      <p:sp>
        <p:nvSpPr>
          <p:cNvPr id="18" name="Shape 14"/>
          <p:cNvSpPr/>
          <p:nvPr/>
        </p:nvSpPr>
        <p:spPr>
          <a:xfrm>
            <a:off x="914400" y="4416552"/>
            <a:ext cx="731520" cy="73152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19" name="Image 2" descr="icon_out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617720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430682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C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2514600" y="43068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 Content by Outlet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2514600" y="4672584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total sales across different outlets segmented by fat content, alongside other KPI metrics.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5495544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/>
        </p:spPr>
      </p:sp>
      <p:sp>
        <p:nvSpPr>
          <p:cNvPr id="24" name="Shape 19"/>
          <p:cNvSpPr/>
          <p:nvPr/>
        </p:nvSpPr>
        <p:spPr>
          <a:xfrm>
            <a:off x="914400" y="5715000"/>
            <a:ext cx="731520" cy="731520"/>
          </a:xfrm>
          <a:prstGeom prst="ellipse">
            <a:avLst/>
          </a:prstGeom>
          <a:solidFill>
            <a:srgbClr val="1C1C1C"/>
          </a:solidFill>
          <a:ln/>
        </p:spPr>
      </p:sp>
      <p:pic>
        <p:nvPicPr>
          <p:cNvPr id="25" name="Image 3" descr="icon_establish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91616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783080" y="56052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C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2514600" y="56052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by Outlet Establishment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2514600" y="5971032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how the age or type of outlet establishment influences total sales.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Analysis  |  Aman Baliyan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91672" y="-914400"/>
            <a:ext cx="2194560" cy="2194560"/>
          </a:xfrm>
          <a:prstGeom prst="ellipse">
            <a:avLst/>
          </a:prstGeom>
          <a:solidFill>
            <a:srgbClr val="F8CB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Chart's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to be built in Power BI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28800"/>
            <a:ext cx="594360" cy="594360"/>
          </a:xfrm>
          <a:prstGeom prst="ellipse">
            <a:avLst/>
          </a:prstGeom>
          <a:solidFill>
            <a:srgbClr val="F8CB2E"/>
          </a:solidFill>
          <a:ln/>
        </p:spPr>
      </p:sp>
      <p:pic>
        <p:nvPicPr>
          <p:cNvPr id="7" name="Image 0" descr="icon_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659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46120" y="1764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3E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25146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% by Outlet Size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correlation between outlet size and total sales.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25112" y="16002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53712" y="1828800"/>
            <a:ext cx="594360" cy="594360"/>
          </a:xfrm>
          <a:prstGeom prst="ellipse">
            <a:avLst/>
          </a:prstGeom>
          <a:solidFill>
            <a:srgbClr val="F8CB2E"/>
          </a:solidFill>
          <a:ln/>
        </p:spPr>
      </p:sp>
      <p:pic>
        <p:nvPicPr>
          <p:cNvPr id="13" name="Image 1" descr="icon_loc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9659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31152" y="1764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3E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553712" y="25146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by Outlet Location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553712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geographic distribution of sales across different locations.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10144" y="16002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38744" y="1828800"/>
            <a:ext cx="594360" cy="594360"/>
          </a:xfrm>
          <a:prstGeom prst="ellipse">
            <a:avLst/>
          </a:prstGeom>
          <a:solidFill>
            <a:srgbClr val="F8CB2E"/>
          </a:solidFill>
          <a:ln/>
        </p:spPr>
      </p:sp>
      <p:pic>
        <p:nvPicPr>
          <p:cNvPr id="19" name="Image 2" descr="icon_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19659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16184" y="1764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3E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238744" y="25146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Metrics by Outlet Type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238744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view of Total Sales, Average Sales, Number of Items and Average Rating, broken down by outlet type.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38862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C1C1C"/>
          </a:solidFill>
          <a:ln/>
        </p:spPr>
      </p:sp>
      <p:pic>
        <p:nvPicPr>
          <p:cNvPr id="24" name="Image 3" descr="icon_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0624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40690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C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Key Charts</a:t>
            </a:r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planned across sales, inventory and customer satisfaction dimensions to power the final Power BI dashboard.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Analysis  |  Aman Baliyan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97680"/>
            <a:ext cx="4572000" cy="4572000"/>
          </a:xfrm>
          <a:prstGeom prst="ellipse">
            <a:avLst/>
          </a:prstGeom>
          <a:solidFill>
            <a:srgbClr val="F8CB2E"/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" y="5577840"/>
            <a:ext cx="2011680" cy="2011680"/>
          </a:xfrm>
          <a:prstGeom prst="ellipse">
            <a:avLst/>
          </a:prstGeom>
          <a:solidFill>
            <a:srgbClr val="2B2B2B"/>
          </a:solidFill>
          <a:ln w="19050">
            <a:solidFill>
              <a:srgbClr val="F8CB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37744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pic>
        <p:nvPicPr>
          <p:cNvPr id="5" name="Image 0" descr="icon_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8444" y="3429000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40690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Analysis — Power BI Project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512064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C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Baliyan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Blinkit Analysis</dc:title>
  <dc:subject>PptxGenJS Presentation</dc:subject>
  <dc:creator>Aman Baliyan</dc:creator>
  <cp:lastModifiedBy>Aman Baliyan</cp:lastModifiedBy>
  <cp:revision>1</cp:revision>
  <dcterms:created xsi:type="dcterms:W3CDTF">2026-07-07T16:34:30Z</dcterms:created>
  <dcterms:modified xsi:type="dcterms:W3CDTF">2026-07-07T16:34:30Z</dcterms:modified>
</cp:coreProperties>
</file>